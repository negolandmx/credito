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3.xml" ContentType="application/vnd.openxmlformats-officedocument.them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heme/theme4.xml" ContentType="application/vnd.openxmlformats-officedocument.them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5" r:id="rId1"/>
    <p:sldMasterId id="2147483821" r:id="rId2"/>
    <p:sldMasterId id="2147483838" r:id="rId3"/>
  </p:sldMasterIdLst>
  <p:notesMasterIdLst>
    <p:notesMasterId r:id="rId7"/>
  </p:notesMasterIdLst>
  <p:sldIdLst>
    <p:sldId id="257" r:id="rId4"/>
    <p:sldId id="258" r:id="rId5"/>
    <p:sldId id="259" r:id="rId6"/>
  </p:sldIdLst>
  <p:sldSz cx="6858000" cy="9864725"/>
  <p:notesSz cx="7010400" cy="9296400"/>
  <p:custDataLst>
    <p:tags r:id="rId8"/>
  </p:custDataLst>
  <p:defaultTextStyle>
    <a:defPPr>
      <a:defRPr lang="es-E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MS PGothic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MS PGothic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MS PGothic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MS PGothic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MS PGothic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73" userDrawn="1">
          <p15:clr>
            <a:srgbClr val="A4A3A4"/>
          </p15:clr>
        </p15:guide>
        <p15:guide id="2" orient="horz" pos="6213" userDrawn="1">
          <p15:clr>
            <a:srgbClr val="A4A3A4"/>
          </p15:clr>
        </p15:guide>
        <p15:guide id="3" pos="51" userDrawn="1">
          <p15:clr>
            <a:srgbClr val="A4A3A4"/>
          </p15:clr>
        </p15:guide>
        <p15:guide id="4" pos="188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8F4A"/>
    <a:srgbClr val="CC0000"/>
    <a:srgbClr val="F2F2F2"/>
    <a:srgbClr val="FF5050"/>
    <a:srgbClr val="008000"/>
    <a:srgbClr val="000024"/>
    <a:srgbClr val="FF0000"/>
    <a:srgbClr val="8CB5F8"/>
    <a:srgbClr val="5F5F5F"/>
    <a:srgbClr val="1C1C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162" autoAdjust="0"/>
    <p:restoredTop sz="94434" autoAdjust="0"/>
  </p:normalViewPr>
  <p:slideViewPr>
    <p:cSldViewPr snapToGrid="0" showGuides="1">
      <p:cViewPr varScale="1">
        <p:scale>
          <a:sx n="39" d="100"/>
          <a:sy n="39" d="100"/>
        </p:scale>
        <p:origin x="1762" y="38"/>
      </p:cViewPr>
      <p:guideLst>
        <p:guide orient="horz" pos="2373"/>
        <p:guide orient="horz" pos="6213"/>
        <p:guide pos="51"/>
        <p:guide pos="188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3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theme" Target="theme/theme1.xml"/><Relationship Id="rId5" Type="http://schemas.openxmlformats.org/officeDocument/2006/relationships/slide" Target="slides/slide2.xml"/><Relationship Id="rId10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153" tIns="46077" rIns="92153" bIns="46077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3513" y="0"/>
            <a:ext cx="3036887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153" tIns="46077" rIns="92153" bIns="46077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293938" y="696913"/>
            <a:ext cx="2422525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94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038" y="4414838"/>
            <a:ext cx="5140325" cy="4184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153" tIns="46077" rIns="92153" bIns="4607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noProof="0"/>
              <a:t>Haga clic para modificar el estilo de texto del patrón</a:t>
            </a:r>
          </a:p>
          <a:p>
            <a:pPr lvl="1"/>
            <a:r>
              <a:rPr lang="es-ES_tradnl" noProof="0"/>
              <a:t>Segundo nivel</a:t>
            </a:r>
          </a:p>
          <a:p>
            <a:pPr lvl="2"/>
            <a:r>
              <a:rPr lang="es-ES_tradnl" noProof="0"/>
              <a:t>Tercer nivel</a:t>
            </a:r>
          </a:p>
          <a:p>
            <a:pPr lvl="3"/>
            <a:r>
              <a:rPr lang="es-ES_tradnl" noProof="0"/>
              <a:t>Cuarto nivel</a:t>
            </a:r>
          </a:p>
          <a:p>
            <a:pPr lvl="4"/>
            <a:r>
              <a:rPr lang="es-ES_tradnl" noProof="0"/>
              <a:t>Quinto nivel</a:t>
            </a:r>
          </a:p>
        </p:txBody>
      </p:sp>
      <p:sp>
        <p:nvSpPr>
          <p:cNvPr id="194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263"/>
            <a:ext cx="3036888" cy="465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153" tIns="46077" rIns="92153" bIns="46077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194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3513" y="8831263"/>
            <a:ext cx="3036887" cy="465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153" tIns="46077" rIns="92153" bIns="46077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fld id="{63189462-C1F8-46F3-BEAA-CF9EDA22896F}" type="slidenum">
              <a:rPr lang="es-ES_tradnl"/>
              <a:pPr>
                <a:defRPr/>
              </a:pPr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12318616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6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5.bin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7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6.bin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9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8.bin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10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9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514350" y="3064463"/>
            <a:ext cx="5829300" cy="2114521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028700" y="5590012"/>
            <a:ext cx="4800600" cy="252098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23" indent="0" algn="ctr">
              <a:buNone/>
              <a:defRPr/>
            </a:lvl2pPr>
            <a:lvl3pPr marL="914446" indent="0" algn="ctr">
              <a:buNone/>
              <a:defRPr/>
            </a:lvl3pPr>
            <a:lvl4pPr marL="1371668" indent="0" algn="ctr">
              <a:buNone/>
              <a:defRPr/>
            </a:lvl4pPr>
            <a:lvl5pPr marL="1828891" indent="0" algn="ctr">
              <a:buNone/>
              <a:defRPr/>
            </a:lvl5pPr>
            <a:lvl6pPr marL="2286115" indent="0" algn="ctr">
              <a:buNone/>
              <a:defRPr/>
            </a:lvl6pPr>
            <a:lvl7pPr marL="2743338" indent="0" algn="ctr">
              <a:buNone/>
              <a:defRPr/>
            </a:lvl7pPr>
            <a:lvl8pPr marL="3200560" indent="0" algn="ctr">
              <a:buNone/>
              <a:defRPr/>
            </a:lvl8pPr>
            <a:lvl9pPr marL="3657783" indent="0" algn="ctr"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4338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597977992"/>
              </p:ext>
            </p:extLst>
          </p:nvPr>
        </p:nvGraphicFramePr>
        <p:xfrm>
          <a:off x="1595" y="1717"/>
          <a:ext cx="1587" cy="1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44"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95" y="1717"/>
                        <a:ext cx="1587" cy="17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42900" y="395047"/>
            <a:ext cx="6172200" cy="1644121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42900" y="2301773"/>
            <a:ext cx="6172200" cy="65102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86170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41735" y="6339001"/>
            <a:ext cx="5829300" cy="1959244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41735" y="4181096"/>
            <a:ext cx="5829300" cy="215790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23" indent="0">
              <a:buNone/>
              <a:defRPr sz="1800"/>
            </a:lvl2pPr>
            <a:lvl3pPr marL="914446" indent="0">
              <a:buNone/>
              <a:defRPr sz="1600"/>
            </a:lvl3pPr>
            <a:lvl4pPr marL="1371668" indent="0">
              <a:buNone/>
              <a:defRPr sz="1400"/>
            </a:lvl4pPr>
            <a:lvl5pPr marL="1828891" indent="0">
              <a:buNone/>
              <a:defRPr sz="1400"/>
            </a:lvl5pPr>
            <a:lvl6pPr marL="2286115" indent="0">
              <a:buNone/>
              <a:defRPr sz="1400"/>
            </a:lvl6pPr>
            <a:lvl7pPr marL="2743338" indent="0">
              <a:buNone/>
              <a:defRPr sz="1400"/>
            </a:lvl7pPr>
            <a:lvl8pPr marL="3200560" indent="0">
              <a:buNone/>
              <a:defRPr sz="1400"/>
            </a:lvl8pPr>
            <a:lvl9pPr marL="3657783" indent="0">
              <a:buNone/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988907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42900" y="395047"/>
            <a:ext cx="6172200" cy="1644121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342900" y="2301773"/>
            <a:ext cx="3028950" cy="651026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3486150" y="2301773"/>
            <a:ext cx="3028950" cy="651026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5140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42900" y="395047"/>
            <a:ext cx="6172200" cy="164412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342900" y="2208146"/>
            <a:ext cx="3030141" cy="92025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23" indent="0">
              <a:buNone/>
              <a:defRPr sz="2000" b="1"/>
            </a:lvl2pPr>
            <a:lvl3pPr marL="914446" indent="0">
              <a:buNone/>
              <a:defRPr sz="1800" b="1"/>
            </a:lvl3pPr>
            <a:lvl4pPr marL="1371668" indent="0">
              <a:buNone/>
              <a:defRPr sz="1600" b="1"/>
            </a:lvl4pPr>
            <a:lvl5pPr marL="1828891" indent="0">
              <a:buNone/>
              <a:defRPr sz="1600" b="1"/>
            </a:lvl5pPr>
            <a:lvl6pPr marL="2286115" indent="0">
              <a:buNone/>
              <a:defRPr sz="1600" b="1"/>
            </a:lvl6pPr>
            <a:lvl7pPr marL="2743338" indent="0">
              <a:buNone/>
              <a:defRPr sz="1600" b="1"/>
            </a:lvl7pPr>
            <a:lvl8pPr marL="3200560" indent="0">
              <a:buNone/>
              <a:defRPr sz="1600" b="1"/>
            </a:lvl8pPr>
            <a:lvl9pPr marL="3657783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342900" y="3128396"/>
            <a:ext cx="3030141" cy="56836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3483776" y="2208146"/>
            <a:ext cx="3031331" cy="92025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23" indent="0">
              <a:buNone/>
              <a:defRPr sz="2000" b="1"/>
            </a:lvl2pPr>
            <a:lvl3pPr marL="914446" indent="0">
              <a:buNone/>
              <a:defRPr sz="1800" b="1"/>
            </a:lvl3pPr>
            <a:lvl4pPr marL="1371668" indent="0">
              <a:buNone/>
              <a:defRPr sz="1600" b="1"/>
            </a:lvl4pPr>
            <a:lvl5pPr marL="1828891" indent="0">
              <a:buNone/>
              <a:defRPr sz="1600" b="1"/>
            </a:lvl5pPr>
            <a:lvl6pPr marL="2286115" indent="0">
              <a:buNone/>
              <a:defRPr sz="1600" b="1"/>
            </a:lvl6pPr>
            <a:lvl7pPr marL="2743338" indent="0">
              <a:buNone/>
              <a:defRPr sz="1600" b="1"/>
            </a:lvl7pPr>
            <a:lvl8pPr marL="3200560" indent="0">
              <a:buNone/>
              <a:defRPr sz="1600" b="1"/>
            </a:lvl8pPr>
            <a:lvl9pPr marL="3657783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3483776" y="3128396"/>
            <a:ext cx="3031331" cy="56836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32647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42900" y="395047"/>
            <a:ext cx="6172200" cy="1644121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29164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6318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42907" y="392765"/>
            <a:ext cx="2256235" cy="1671523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2681294" y="392765"/>
            <a:ext cx="3833813" cy="841927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342907" y="2064289"/>
            <a:ext cx="2256235" cy="67477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23" indent="0">
              <a:buNone/>
              <a:defRPr sz="1201"/>
            </a:lvl2pPr>
            <a:lvl3pPr marL="914446" indent="0">
              <a:buNone/>
              <a:defRPr sz="1000"/>
            </a:lvl3pPr>
            <a:lvl4pPr marL="1371668" indent="0">
              <a:buNone/>
              <a:defRPr sz="900"/>
            </a:lvl4pPr>
            <a:lvl5pPr marL="1828891" indent="0">
              <a:buNone/>
              <a:defRPr sz="900"/>
            </a:lvl5pPr>
            <a:lvl6pPr marL="2286115" indent="0">
              <a:buNone/>
              <a:defRPr sz="900"/>
            </a:lvl6pPr>
            <a:lvl7pPr marL="2743338" indent="0">
              <a:buNone/>
              <a:defRPr sz="900"/>
            </a:lvl7pPr>
            <a:lvl8pPr marL="3200560" indent="0">
              <a:buNone/>
              <a:defRPr sz="900"/>
            </a:lvl8pPr>
            <a:lvl9pPr marL="3657783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937392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344216" y="6905310"/>
            <a:ext cx="4114800" cy="815211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344216" y="881432"/>
            <a:ext cx="4114800" cy="591883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8" indent="0">
              <a:buNone/>
              <a:defRPr sz="2000"/>
            </a:lvl4pPr>
            <a:lvl5pPr marL="1828891" indent="0">
              <a:buNone/>
              <a:defRPr sz="2000"/>
            </a:lvl5pPr>
            <a:lvl6pPr marL="2286115" indent="0">
              <a:buNone/>
              <a:defRPr sz="2000"/>
            </a:lvl6pPr>
            <a:lvl7pPr marL="2743338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pPr lvl="0"/>
            <a:r>
              <a:rPr lang="es-ES" noProof="0"/>
              <a:t>Haga clic en el icono para agregar una imagen</a:t>
            </a:r>
            <a:endParaRPr lang="es-MX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344216" y="7720522"/>
            <a:ext cx="4114800" cy="115773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23" indent="0">
              <a:buNone/>
              <a:defRPr sz="1201"/>
            </a:lvl2pPr>
            <a:lvl3pPr marL="914446" indent="0">
              <a:buNone/>
              <a:defRPr sz="1000"/>
            </a:lvl3pPr>
            <a:lvl4pPr marL="1371668" indent="0">
              <a:buNone/>
              <a:defRPr sz="900"/>
            </a:lvl4pPr>
            <a:lvl5pPr marL="1828891" indent="0">
              <a:buNone/>
              <a:defRPr sz="900"/>
            </a:lvl5pPr>
            <a:lvl6pPr marL="2286115" indent="0">
              <a:buNone/>
              <a:defRPr sz="900"/>
            </a:lvl6pPr>
            <a:lvl7pPr marL="2743338" indent="0">
              <a:buNone/>
              <a:defRPr sz="900"/>
            </a:lvl7pPr>
            <a:lvl8pPr marL="3200560" indent="0">
              <a:buNone/>
              <a:defRPr sz="900"/>
            </a:lvl8pPr>
            <a:lvl9pPr marL="3657783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422647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42900" y="395047"/>
            <a:ext cx="6172200" cy="1644121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342900" y="2301773"/>
            <a:ext cx="6172200" cy="651026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501283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4972050" y="395051"/>
            <a:ext cx="1543050" cy="8416985"/>
          </a:xfrm>
          <a:prstGeom prst="rect">
            <a:avLst/>
          </a:prstGeo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342900" y="395051"/>
            <a:ext cx="4514850" cy="841698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483153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8823" y="239772"/>
            <a:ext cx="6516290" cy="525205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834150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8823" y="239772"/>
            <a:ext cx="6516290" cy="525205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573534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8823" y="239772"/>
            <a:ext cx="6516290" cy="525205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291779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96723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ítulo y tab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1 Objeto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95" y="1717"/>
          <a:ext cx="1587" cy="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78"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5" y="1717"/>
                        <a:ext cx="1587" cy="3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11"/>
          <p:cNvSpPr>
            <a:spLocks noChangeArrowheads="1"/>
          </p:cNvSpPr>
          <p:nvPr/>
        </p:nvSpPr>
        <p:spPr bwMode="auto">
          <a:xfrm>
            <a:off x="2970220" y="9323535"/>
            <a:ext cx="458787" cy="68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 algn="r">
              <a:defRPr/>
            </a:pPr>
            <a:fld id="{6487CAF0-1F2D-47C8-9543-8A2959A1970B}" type="slidenum">
              <a:rPr lang="es-ES" altLang="es-MX" sz="1400" b="1" smtClean="0">
                <a:solidFill>
                  <a:srgbClr val="FFFFFF"/>
                </a:solidFill>
              </a:rPr>
              <a:pPr algn="r">
                <a:defRPr/>
              </a:pPr>
              <a:t>‹Nº›</a:t>
            </a:fld>
            <a:endParaRPr lang="es-ES" altLang="es-MX" sz="1400" b="1">
              <a:solidFill>
                <a:srgbClr val="FFFFFF"/>
              </a:solidFill>
            </a:endParaRPr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61944" y="511506"/>
            <a:ext cx="6596063" cy="605128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abla"/>
          <p:cNvSpPr>
            <a:spLocks noGrp="1"/>
          </p:cNvSpPr>
          <p:nvPr>
            <p:ph type="tbl" idx="1"/>
          </p:nvPr>
        </p:nvSpPr>
        <p:spPr>
          <a:xfrm>
            <a:off x="261944" y="1436325"/>
            <a:ext cx="6329363" cy="7110823"/>
          </a:xfrm>
          <a:prstGeom prst="rect">
            <a:avLst/>
          </a:prstGeom>
        </p:spPr>
        <p:txBody>
          <a:bodyPr/>
          <a:lstStyle/>
          <a:p>
            <a:pPr lvl="0"/>
            <a:endParaRPr lang="es-MX" noProof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ftr" sz="quarter" idx="10"/>
          </p:nvPr>
        </p:nvSpPr>
        <p:spPr>
          <a:xfrm>
            <a:off x="261940" y="8325076"/>
            <a:ext cx="6353175" cy="356226"/>
          </a:xfrm>
          <a:prstGeom prst="rect">
            <a:avLst/>
          </a:prstGeom>
        </p:spPr>
        <p:txBody>
          <a:bodyPr/>
          <a:lstStyle>
            <a:lvl1pPr>
              <a:defRPr sz="1201">
                <a:solidFill>
                  <a:srgbClr val="000000"/>
                </a:solidFill>
                <a:latin typeface="Arial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5257800" y="0"/>
            <a:ext cx="1600200" cy="685050"/>
          </a:xfrm>
          <a:prstGeom prst="rect">
            <a:avLst/>
          </a:prstGeom>
        </p:spPr>
        <p:txBody>
          <a:bodyPr/>
          <a:lstStyle>
            <a:lvl1pPr>
              <a:defRPr sz="1201">
                <a:solidFill>
                  <a:srgbClr val="000000"/>
                </a:solidFill>
                <a:latin typeface="Arial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fld id="{D9C39226-192F-4367-AF21-D40E774455C9}" type="slidenum">
              <a:rPr lang="es-MX"/>
              <a:pPr>
                <a:defRPr/>
              </a:pPr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39276504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514350" y="3064463"/>
            <a:ext cx="5829300" cy="2114521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028700" y="5590012"/>
            <a:ext cx="4800600" cy="252098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23" indent="0" algn="ctr">
              <a:buNone/>
              <a:defRPr/>
            </a:lvl2pPr>
            <a:lvl3pPr marL="914446" indent="0" algn="ctr">
              <a:buNone/>
              <a:defRPr/>
            </a:lvl3pPr>
            <a:lvl4pPr marL="1371668" indent="0" algn="ctr">
              <a:buNone/>
              <a:defRPr/>
            </a:lvl4pPr>
            <a:lvl5pPr marL="1828891" indent="0" algn="ctr">
              <a:buNone/>
              <a:defRPr/>
            </a:lvl5pPr>
            <a:lvl6pPr marL="2286115" indent="0" algn="ctr">
              <a:buNone/>
              <a:defRPr/>
            </a:lvl6pPr>
            <a:lvl7pPr marL="2743338" indent="0" algn="ctr">
              <a:buNone/>
              <a:defRPr/>
            </a:lvl7pPr>
            <a:lvl8pPr marL="3200560" indent="0" algn="ctr">
              <a:buNone/>
              <a:defRPr/>
            </a:lvl8pPr>
            <a:lvl9pPr marL="3657783" indent="0" algn="ctr"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2601581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95" y="1717"/>
          <a:ext cx="1587" cy="1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87"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95" y="1717"/>
                        <a:ext cx="1587" cy="17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42900" y="395047"/>
            <a:ext cx="6172200" cy="1644121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42900" y="2301773"/>
            <a:ext cx="6172200" cy="65102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6688370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41735" y="6339001"/>
            <a:ext cx="5829300" cy="1959244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41735" y="4181096"/>
            <a:ext cx="5829300" cy="215790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23" indent="0">
              <a:buNone/>
              <a:defRPr sz="1800"/>
            </a:lvl2pPr>
            <a:lvl3pPr marL="914446" indent="0">
              <a:buNone/>
              <a:defRPr sz="1600"/>
            </a:lvl3pPr>
            <a:lvl4pPr marL="1371668" indent="0">
              <a:buNone/>
              <a:defRPr sz="1400"/>
            </a:lvl4pPr>
            <a:lvl5pPr marL="1828891" indent="0">
              <a:buNone/>
              <a:defRPr sz="1400"/>
            </a:lvl5pPr>
            <a:lvl6pPr marL="2286115" indent="0">
              <a:buNone/>
              <a:defRPr sz="1400"/>
            </a:lvl6pPr>
            <a:lvl7pPr marL="2743338" indent="0">
              <a:buNone/>
              <a:defRPr sz="1400"/>
            </a:lvl7pPr>
            <a:lvl8pPr marL="3200560" indent="0">
              <a:buNone/>
              <a:defRPr sz="1400"/>
            </a:lvl8pPr>
            <a:lvl9pPr marL="3657783" indent="0">
              <a:buNone/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3582338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42900" y="395047"/>
            <a:ext cx="6172200" cy="1644121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342900" y="2301773"/>
            <a:ext cx="3028950" cy="651026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3486150" y="2301773"/>
            <a:ext cx="3028950" cy="651026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6191383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42900" y="395047"/>
            <a:ext cx="6172200" cy="164412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342900" y="2208146"/>
            <a:ext cx="3030141" cy="92025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23" indent="0">
              <a:buNone/>
              <a:defRPr sz="2000" b="1"/>
            </a:lvl2pPr>
            <a:lvl3pPr marL="914446" indent="0">
              <a:buNone/>
              <a:defRPr sz="1800" b="1"/>
            </a:lvl3pPr>
            <a:lvl4pPr marL="1371668" indent="0">
              <a:buNone/>
              <a:defRPr sz="1600" b="1"/>
            </a:lvl4pPr>
            <a:lvl5pPr marL="1828891" indent="0">
              <a:buNone/>
              <a:defRPr sz="1600" b="1"/>
            </a:lvl5pPr>
            <a:lvl6pPr marL="2286115" indent="0">
              <a:buNone/>
              <a:defRPr sz="1600" b="1"/>
            </a:lvl6pPr>
            <a:lvl7pPr marL="2743338" indent="0">
              <a:buNone/>
              <a:defRPr sz="1600" b="1"/>
            </a:lvl7pPr>
            <a:lvl8pPr marL="3200560" indent="0">
              <a:buNone/>
              <a:defRPr sz="1600" b="1"/>
            </a:lvl8pPr>
            <a:lvl9pPr marL="3657783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342900" y="3128396"/>
            <a:ext cx="3030141" cy="56836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3483776" y="2208146"/>
            <a:ext cx="3031331" cy="92025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23" indent="0">
              <a:buNone/>
              <a:defRPr sz="2000" b="1"/>
            </a:lvl2pPr>
            <a:lvl3pPr marL="914446" indent="0">
              <a:buNone/>
              <a:defRPr sz="1800" b="1"/>
            </a:lvl3pPr>
            <a:lvl4pPr marL="1371668" indent="0">
              <a:buNone/>
              <a:defRPr sz="1600" b="1"/>
            </a:lvl4pPr>
            <a:lvl5pPr marL="1828891" indent="0">
              <a:buNone/>
              <a:defRPr sz="1600" b="1"/>
            </a:lvl5pPr>
            <a:lvl6pPr marL="2286115" indent="0">
              <a:buNone/>
              <a:defRPr sz="1600" b="1"/>
            </a:lvl6pPr>
            <a:lvl7pPr marL="2743338" indent="0">
              <a:buNone/>
              <a:defRPr sz="1600" b="1"/>
            </a:lvl7pPr>
            <a:lvl8pPr marL="3200560" indent="0">
              <a:buNone/>
              <a:defRPr sz="1600" b="1"/>
            </a:lvl8pPr>
            <a:lvl9pPr marL="3657783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3483776" y="3128396"/>
            <a:ext cx="3031331" cy="56836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09759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42900" y="395047"/>
            <a:ext cx="6172200" cy="1644121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5843441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948768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42907" y="392765"/>
            <a:ext cx="2256235" cy="1671523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2681294" y="392765"/>
            <a:ext cx="3833813" cy="841927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342907" y="2064289"/>
            <a:ext cx="2256235" cy="67477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23" indent="0">
              <a:buNone/>
              <a:defRPr sz="1201"/>
            </a:lvl2pPr>
            <a:lvl3pPr marL="914446" indent="0">
              <a:buNone/>
              <a:defRPr sz="1000"/>
            </a:lvl3pPr>
            <a:lvl4pPr marL="1371668" indent="0">
              <a:buNone/>
              <a:defRPr sz="900"/>
            </a:lvl4pPr>
            <a:lvl5pPr marL="1828891" indent="0">
              <a:buNone/>
              <a:defRPr sz="900"/>
            </a:lvl5pPr>
            <a:lvl6pPr marL="2286115" indent="0">
              <a:buNone/>
              <a:defRPr sz="900"/>
            </a:lvl6pPr>
            <a:lvl7pPr marL="2743338" indent="0">
              <a:buNone/>
              <a:defRPr sz="900"/>
            </a:lvl7pPr>
            <a:lvl8pPr marL="3200560" indent="0">
              <a:buNone/>
              <a:defRPr sz="900"/>
            </a:lvl8pPr>
            <a:lvl9pPr marL="3657783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79841017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344216" y="6905310"/>
            <a:ext cx="4114800" cy="815211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344216" y="881432"/>
            <a:ext cx="4114800" cy="591883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8" indent="0">
              <a:buNone/>
              <a:defRPr sz="2000"/>
            </a:lvl4pPr>
            <a:lvl5pPr marL="1828891" indent="0">
              <a:buNone/>
              <a:defRPr sz="2000"/>
            </a:lvl5pPr>
            <a:lvl6pPr marL="2286115" indent="0">
              <a:buNone/>
              <a:defRPr sz="2000"/>
            </a:lvl6pPr>
            <a:lvl7pPr marL="2743338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pPr lvl="0"/>
            <a:r>
              <a:rPr lang="es-ES" noProof="0"/>
              <a:t>Haga clic en el icono para agregar una imagen</a:t>
            </a:r>
            <a:endParaRPr lang="es-MX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344216" y="7720522"/>
            <a:ext cx="4114800" cy="115773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23" indent="0">
              <a:buNone/>
              <a:defRPr sz="1201"/>
            </a:lvl2pPr>
            <a:lvl3pPr marL="914446" indent="0">
              <a:buNone/>
              <a:defRPr sz="1000"/>
            </a:lvl3pPr>
            <a:lvl4pPr marL="1371668" indent="0">
              <a:buNone/>
              <a:defRPr sz="900"/>
            </a:lvl4pPr>
            <a:lvl5pPr marL="1828891" indent="0">
              <a:buNone/>
              <a:defRPr sz="900"/>
            </a:lvl5pPr>
            <a:lvl6pPr marL="2286115" indent="0">
              <a:buNone/>
              <a:defRPr sz="900"/>
            </a:lvl6pPr>
            <a:lvl7pPr marL="2743338" indent="0">
              <a:buNone/>
              <a:defRPr sz="900"/>
            </a:lvl7pPr>
            <a:lvl8pPr marL="3200560" indent="0">
              <a:buNone/>
              <a:defRPr sz="900"/>
            </a:lvl8pPr>
            <a:lvl9pPr marL="3657783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78929618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42900" y="395047"/>
            <a:ext cx="6172200" cy="1644121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342900" y="2301773"/>
            <a:ext cx="6172200" cy="651026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0688762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4972050" y="395051"/>
            <a:ext cx="1543050" cy="8416985"/>
          </a:xfrm>
          <a:prstGeom prst="rect">
            <a:avLst/>
          </a:prstGeo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342900" y="395051"/>
            <a:ext cx="4514850" cy="841698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6090513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8823" y="239772"/>
            <a:ext cx="6516290" cy="525205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8927483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8823" y="239772"/>
            <a:ext cx="6516290" cy="525205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1465453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8823" y="239772"/>
            <a:ext cx="6516290" cy="525205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9223957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477416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ítulo y tab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1 Objeto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95" y="1717"/>
          <a:ext cx="1587" cy="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11"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5" y="1717"/>
                        <a:ext cx="1587" cy="3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11"/>
          <p:cNvSpPr>
            <a:spLocks noChangeArrowheads="1"/>
          </p:cNvSpPr>
          <p:nvPr/>
        </p:nvSpPr>
        <p:spPr bwMode="auto">
          <a:xfrm>
            <a:off x="2970220" y="9323535"/>
            <a:ext cx="458787" cy="68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 algn="r">
              <a:defRPr/>
            </a:pPr>
            <a:fld id="{6487CAF0-1F2D-47C8-9543-8A2959A1970B}" type="slidenum">
              <a:rPr lang="es-ES" altLang="es-MX" sz="1400" b="1" smtClean="0">
                <a:solidFill>
                  <a:srgbClr val="FFFFFF"/>
                </a:solidFill>
              </a:rPr>
              <a:pPr algn="r">
                <a:defRPr/>
              </a:pPr>
              <a:t>‹Nº›</a:t>
            </a:fld>
            <a:endParaRPr lang="es-ES" altLang="es-MX" sz="1400" b="1">
              <a:solidFill>
                <a:srgbClr val="FFFFFF"/>
              </a:solidFill>
            </a:endParaRPr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61944" y="511506"/>
            <a:ext cx="6596063" cy="605128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abla"/>
          <p:cNvSpPr>
            <a:spLocks noGrp="1"/>
          </p:cNvSpPr>
          <p:nvPr>
            <p:ph type="tbl" idx="1"/>
          </p:nvPr>
        </p:nvSpPr>
        <p:spPr>
          <a:xfrm>
            <a:off x="261944" y="1436325"/>
            <a:ext cx="6329363" cy="7110823"/>
          </a:xfrm>
          <a:prstGeom prst="rect">
            <a:avLst/>
          </a:prstGeom>
        </p:spPr>
        <p:txBody>
          <a:bodyPr/>
          <a:lstStyle/>
          <a:p>
            <a:pPr lvl="0"/>
            <a:endParaRPr lang="es-MX" noProof="0"/>
          </a:p>
        </p:txBody>
      </p:sp>
      <p:sp>
        <p:nvSpPr>
          <p:cNvPr id="7" name="Footer Placeholder 6"/>
          <p:cNvSpPr>
            <a:spLocks noGrp="1" noChangeArrowheads="1"/>
          </p:cNvSpPr>
          <p:nvPr>
            <p:ph type="ftr" sz="quarter" idx="10"/>
          </p:nvPr>
        </p:nvSpPr>
        <p:spPr>
          <a:xfrm>
            <a:off x="261940" y="8325076"/>
            <a:ext cx="6353175" cy="356226"/>
          </a:xfrm>
          <a:prstGeom prst="rect">
            <a:avLst/>
          </a:prstGeom>
        </p:spPr>
        <p:txBody>
          <a:bodyPr/>
          <a:lstStyle>
            <a:lvl1pPr>
              <a:defRPr sz="1201">
                <a:solidFill>
                  <a:srgbClr val="000000"/>
                </a:solidFill>
                <a:latin typeface="Arial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8" name="Slide Number Placeholder 7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5257800" y="0"/>
            <a:ext cx="1600200" cy="685050"/>
          </a:xfrm>
          <a:prstGeom prst="rect">
            <a:avLst/>
          </a:prstGeom>
        </p:spPr>
        <p:txBody>
          <a:bodyPr/>
          <a:lstStyle>
            <a:lvl1pPr>
              <a:defRPr sz="1201">
                <a:solidFill>
                  <a:srgbClr val="000000"/>
                </a:solidFill>
                <a:latin typeface="Arial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fld id="{D9C39226-192F-4367-AF21-D40E774455C9}" type="slidenum">
              <a:rPr lang="es-MX"/>
              <a:pPr>
                <a:defRPr/>
              </a:pPr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76192110"/>
      </p:ext>
    </p:extLst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514350" y="3064463"/>
            <a:ext cx="5829300" cy="2114521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028700" y="5590012"/>
            <a:ext cx="4800600" cy="252098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23" indent="0" algn="ctr">
              <a:buNone/>
              <a:defRPr/>
            </a:lvl2pPr>
            <a:lvl3pPr marL="914446" indent="0" algn="ctr">
              <a:buNone/>
              <a:defRPr/>
            </a:lvl3pPr>
            <a:lvl4pPr marL="1371668" indent="0" algn="ctr">
              <a:buNone/>
              <a:defRPr/>
            </a:lvl4pPr>
            <a:lvl5pPr marL="1828891" indent="0" algn="ctr">
              <a:buNone/>
              <a:defRPr/>
            </a:lvl5pPr>
            <a:lvl6pPr marL="2286115" indent="0" algn="ctr">
              <a:buNone/>
              <a:defRPr/>
            </a:lvl6pPr>
            <a:lvl7pPr marL="2743338" indent="0" algn="ctr">
              <a:buNone/>
              <a:defRPr/>
            </a:lvl7pPr>
            <a:lvl8pPr marL="3200560" indent="0" algn="ctr">
              <a:buNone/>
              <a:defRPr/>
            </a:lvl8pPr>
            <a:lvl9pPr marL="3657783" indent="0" algn="ctr"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8249794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95" y="1717"/>
          <a:ext cx="1587" cy="1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84"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95" y="1717"/>
                        <a:ext cx="1587" cy="17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42900" y="395047"/>
            <a:ext cx="6172200" cy="1644121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42900" y="2301773"/>
            <a:ext cx="6172200" cy="65102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2311569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41735" y="6339001"/>
            <a:ext cx="5829300" cy="1959244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41735" y="4181096"/>
            <a:ext cx="5829300" cy="215790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23" indent="0">
              <a:buNone/>
              <a:defRPr sz="1800"/>
            </a:lvl2pPr>
            <a:lvl3pPr marL="914446" indent="0">
              <a:buNone/>
              <a:defRPr sz="1600"/>
            </a:lvl3pPr>
            <a:lvl4pPr marL="1371668" indent="0">
              <a:buNone/>
              <a:defRPr sz="1400"/>
            </a:lvl4pPr>
            <a:lvl5pPr marL="1828891" indent="0">
              <a:buNone/>
              <a:defRPr sz="1400"/>
            </a:lvl5pPr>
            <a:lvl6pPr marL="2286115" indent="0">
              <a:buNone/>
              <a:defRPr sz="1400"/>
            </a:lvl6pPr>
            <a:lvl7pPr marL="2743338" indent="0">
              <a:buNone/>
              <a:defRPr sz="1400"/>
            </a:lvl7pPr>
            <a:lvl8pPr marL="3200560" indent="0">
              <a:buNone/>
              <a:defRPr sz="1400"/>
            </a:lvl8pPr>
            <a:lvl9pPr marL="3657783" indent="0">
              <a:buNone/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24368721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42900" y="395047"/>
            <a:ext cx="6172200" cy="1644121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342900" y="2301773"/>
            <a:ext cx="3028950" cy="651026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3486150" y="2301773"/>
            <a:ext cx="3028950" cy="651026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7268333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42900" y="395047"/>
            <a:ext cx="6172200" cy="164412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342900" y="2208146"/>
            <a:ext cx="3030141" cy="92025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23" indent="0">
              <a:buNone/>
              <a:defRPr sz="2000" b="1"/>
            </a:lvl2pPr>
            <a:lvl3pPr marL="914446" indent="0">
              <a:buNone/>
              <a:defRPr sz="1800" b="1"/>
            </a:lvl3pPr>
            <a:lvl4pPr marL="1371668" indent="0">
              <a:buNone/>
              <a:defRPr sz="1600" b="1"/>
            </a:lvl4pPr>
            <a:lvl5pPr marL="1828891" indent="0">
              <a:buNone/>
              <a:defRPr sz="1600" b="1"/>
            </a:lvl5pPr>
            <a:lvl6pPr marL="2286115" indent="0">
              <a:buNone/>
              <a:defRPr sz="1600" b="1"/>
            </a:lvl6pPr>
            <a:lvl7pPr marL="2743338" indent="0">
              <a:buNone/>
              <a:defRPr sz="1600" b="1"/>
            </a:lvl7pPr>
            <a:lvl8pPr marL="3200560" indent="0">
              <a:buNone/>
              <a:defRPr sz="1600" b="1"/>
            </a:lvl8pPr>
            <a:lvl9pPr marL="3657783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342900" y="3128396"/>
            <a:ext cx="3030141" cy="56836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3483776" y="2208146"/>
            <a:ext cx="3031331" cy="92025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23" indent="0">
              <a:buNone/>
              <a:defRPr sz="2000" b="1"/>
            </a:lvl2pPr>
            <a:lvl3pPr marL="914446" indent="0">
              <a:buNone/>
              <a:defRPr sz="1800" b="1"/>
            </a:lvl3pPr>
            <a:lvl4pPr marL="1371668" indent="0">
              <a:buNone/>
              <a:defRPr sz="1600" b="1"/>
            </a:lvl4pPr>
            <a:lvl5pPr marL="1828891" indent="0">
              <a:buNone/>
              <a:defRPr sz="1600" b="1"/>
            </a:lvl5pPr>
            <a:lvl6pPr marL="2286115" indent="0">
              <a:buNone/>
              <a:defRPr sz="1600" b="1"/>
            </a:lvl6pPr>
            <a:lvl7pPr marL="2743338" indent="0">
              <a:buNone/>
              <a:defRPr sz="1600" b="1"/>
            </a:lvl7pPr>
            <a:lvl8pPr marL="3200560" indent="0">
              <a:buNone/>
              <a:defRPr sz="1600" b="1"/>
            </a:lvl8pPr>
            <a:lvl9pPr marL="3657783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3483776" y="3128396"/>
            <a:ext cx="3031331" cy="56836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9924597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42900" y="395047"/>
            <a:ext cx="6172200" cy="1644121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9996836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801446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42907" y="392765"/>
            <a:ext cx="2256235" cy="1671523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2681294" y="392765"/>
            <a:ext cx="3833813" cy="841927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342907" y="2064289"/>
            <a:ext cx="2256235" cy="67477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23" indent="0">
              <a:buNone/>
              <a:defRPr sz="1201"/>
            </a:lvl2pPr>
            <a:lvl3pPr marL="914446" indent="0">
              <a:buNone/>
              <a:defRPr sz="1000"/>
            </a:lvl3pPr>
            <a:lvl4pPr marL="1371668" indent="0">
              <a:buNone/>
              <a:defRPr sz="900"/>
            </a:lvl4pPr>
            <a:lvl5pPr marL="1828891" indent="0">
              <a:buNone/>
              <a:defRPr sz="900"/>
            </a:lvl5pPr>
            <a:lvl6pPr marL="2286115" indent="0">
              <a:buNone/>
              <a:defRPr sz="900"/>
            </a:lvl6pPr>
            <a:lvl7pPr marL="2743338" indent="0">
              <a:buNone/>
              <a:defRPr sz="900"/>
            </a:lvl7pPr>
            <a:lvl8pPr marL="3200560" indent="0">
              <a:buNone/>
              <a:defRPr sz="900"/>
            </a:lvl8pPr>
            <a:lvl9pPr marL="3657783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35745488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344216" y="6905310"/>
            <a:ext cx="4114800" cy="815211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344216" y="881432"/>
            <a:ext cx="4114800" cy="591883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8" indent="0">
              <a:buNone/>
              <a:defRPr sz="2000"/>
            </a:lvl4pPr>
            <a:lvl5pPr marL="1828891" indent="0">
              <a:buNone/>
              <a:defRPr sz="2000"/>
            </a:lvl5pPr>
            <a:lvl6pPr marL="2286115" indent="0">
              <a:buNone/>
              <a:defRPr sz="2000"/>
            </a:lvl6pPr>
            <a:lvl7pPr marL="2743338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pPr lvl="0"/>
            <a:r>
              <a:rPr lang="es-ES" noProof="0"/>
              <a:t>Haga clic en el icono para agregar una imagen</a:t>
            </a:r>
            <a:endParaRPr lang="es-MX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344216" y="7720522"/>
            <a:ext cx="4114800" cy="115773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23" indent="0">
              <a:buNone/>
              <a:defRPr sz="1201"/>
            </a:lvl2pPr>
            <a:lvl3pPr marL="914446" indent="0">
              <a:buNone/>
              <a:defRPr sz="1000"/>
            </a:lvl3pPr>
            <a:lvl4pPr marL="1371668" indent="0">
              <a:buNone/>
              <a:defRPr sz="900"/>
            </a:lvl4pPr>
            <a:lvl5pPr marL="1828891" indent="0">
              <a:buNone/>
              <a:defRPr sz="900"/>
            </a:lvl5pPr>
            <a:lvl6pPr marL="2286115" indent="0">
              <a:buNone/>
              <a:defRPr sz="900"/>
            </a:lvl6pPr>
            <a:lvl7pPr marL="2743338" indent="0">
              <a:buNone/>
              <a:defRPr sz="900"/>
            </a:lvl7pPr>
            <a:lvl8pPr marL="3200560" indent="0">
              <a:buNone/>
              <a:defRPr sz="900"/>
            </a:lvl8pPr>
            <a:lvl9pPr marL="3657783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18447424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42900" y="395047"/>
            <a:ext cx="6172200" cy="1644121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342900" y="2301773"/>
            <a:ext cx="6172200" cy="651026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4017374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4972050" y="395051"/>
            <a:ext cx="1543050" cy="8416985"/>
          </a:xfrm>
          <a:prstGeom prst="rect">
            <a:avLst/>
          </a:prstGeo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342900" y="395051"/>
            <a:ext cx="4514850" cy="841698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2007646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8823" y="239772"/>
            <a:ext cx="6516290" cy="525205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9525945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8823" y="239772"/>
            <a:ext cx="6516290" cy="525205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9712841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8823" y="239772"/>
            <a:ext cx="6516290" cy="525205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3133658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020193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ítulo y tab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1 Objeto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95" y="1717"/>
          <a:ext cx="1587" cy="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208"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5" y="1717"/>
                        <a:ext cx="1587" cy="3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11"/>
          <p:cNvSpPr>
            <a:spLocks noChangeArrowheads="1"/>
          </p:cNvSpPr>
          <p:nvPr/>
        </p:nvSpPr>
        <p:spPr bwMode="auto">
          <a:xfrm>
            <a:off x="2970220" y="9323535"/>
            <a:ext cx="458787" cy="68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 algn="r">
              <a:defRPr/>
            </a:pPr>
            <a:fld id="{6487CAF0-1F2D-47C8-9543-8A2959A1970B}" type="slidenum">
              <a:rPr lang="es-ES" altLang="es-MX" sz="1400" b="1" smtClean="0">
                <a:solidFill>
                  <a:srgbClr val="FFFFFF"/>
                </a:solidFill>
              </a:rPr>
              <a:pPr algn="r">
                <a:defRPr/>
              </a:pPr>
              <a:t>‹Nº›</a:t>
            </a:fld>
            <a:endParaRPr lang="es-ES" altLang="es-MX" sz="1400" b="1">
              <a:solidFill>
                <a:srgbClr val="FFFFFF"/>
              </a:solidFill>
            </a:endParaRPr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61944" y="511506"/>
            <a:ext cx="6596063" cy="605128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abla"/>
          <p:cNvSpPr>
            <a:spLocks noGrp="1"/>
          </p:cNvSpPr>
          <p:nvPr>
            <p:ph type="tbl" idx="1"/>
          </p:nvPr>
        </p:nvSpPr>
        <p:spPr>
          <a:xfrm>
            <a:off x="261944" y="1436325"/>
            <a:ext cx="6329363" cy="7110823"/>
          </a:xfrm>
          <a:prstGeom prst="rect">
            <a:avLst/>
          </a:prstGeom>
        </p:spPr>
        <p:txBody>
          <a:bodyPr/>
          <a:lstStyle/>
          <a:p>
            <a:pPr lvl="0"/>
            <a:endParaRPr lang="es-MX" noProof="0"/>
          </a:p>
        </p:txBody>
      </p:sp>
      <p:sp>
        <p:nvSpPr>
          <p:cNvPr id="7" name="Footer Placeholder 6"/>
          <p:cNvSpPr>
            <a:spLocks noGrp="1" noChangeArrowheads="1"/>
          </p:cNvSpPr>
          <p:nvPr>
            <p:ph type="ftr" sz="quarter" idx="10"/>
          </p:nvPr>
        </p:nvSpPr>
        <p:spPr>
          <a:xfrm>
            <a:off x="261940" y="8325076"/>
            <a:ext cx="6353175" cy="356226"/>
          </a:xfrm>
          <a:prstGeom prst="rect">
            <a:avLst/>
          </a:prstGeom>
        </p:spPr>
        <p:txBody>
          <a:bodyPr/>
          <a:lstStyle>
            <a:lvl1pPr>
              <a:defRPr sz="1201">
                <a:solidFill>
                  <a:srgbClr val="000000"/>
                </a:solidFill>
                <a:latin typeface="Arial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8" name="Slide Number Placeholder 7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5257800" y="0"/>
            <a:ext cx="1600200" cy="685050"/>
          </a:xfrm>
          <a:prstGeom prst="rect">
            <a:avLst/>
          </a:prstGeom>
        </p:spPr>
        <p:txBody>
          <a:bodyPr/>
          <a:lstStyle>
            <a:lvl1pPr>
              <a:defRPr sz="1201">
                <a:solidFill>
                  <a:srgbClr val="000000"/>
                </a:solidFill>
                <a:latin typeface="Arial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fld id="{D9C39226-192F-4367-AF21-D40E774455C9}" type="slidenum">
              <a:rPr lang="es-MX"/>
              <a:pPr>
                <a:defRPr/>
              </a:pPr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43088293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vmlDrawing" Target="../drawings/vmlDrawing1.v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emf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9.xml"/><Relationship Id="rId18" Type="http://schemas.openxmlformats.org/officeDocument/2006/relationships/vmlDrawing" Target="../drawings/vmlDrawing4.vml"/><Relationship Id="rId3" Type="http://schemas.openxmlformats.org/officeDocument/2006/relationships/slideLayout" Target="../slideLayouts/slideLayout19.xml"/><Relationship Id="rId21" Type="http://schemas.openxmlformats.org/officeDocument/2006/relationships/image" Target="../media/image1.emf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32.xml"/><Relationship Id="rId20" Type="http://schemas.openxmlformats.org/officeDocument/2006/relationships/oleObject" Target="../embeddings/oleObject4.bin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26.xml"/><Relationship Id="rId19" Type="http://schemas.openxmlformats.org/officeDocument/2006/relationships/tags" Target="../tags/tag5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3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0.xml"/><Relationship Id="rId13" Type="http://schemas.openxmlformats.org/officeDocument/2006/relationships/slideLayout" Target="../slideLayouts/slideLayout45.xml"/><Relationship Id="rId18" Type="http://schemas.openxmlformats.org/officeDocument/2006/relationships/vmlDrawing" Target="../drawings/vmlDrawing7.vml"/><Relationship Id="rId3" Type="http://schemas.openxmlformats.org/officeDocument/2006/relationships/slideLayout" Target="../slideLayouts/slideLayout35.xml"/><Relationship Id="rId21" Type="http://schemas.openxmlformats.org/officeDocument/2006/relationships/image" Target="../media/image1.emf"/><Relationship Id="rId7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44.xml"/><Relationship Id="rId17" Type="http://schemas.openxmlformats.org/officeDocument/2006/relationships/theme" Target="../theme/theme3.xml"/><Relationship Id="rId2" Type="http://schemas.openxmlformats.org/officeDocument/2006/relationships/slideLayout" Target="../slideLayouts/slideLayout34.xml"/><Relationship Id="rId16" Type="http://schemas.openxmlformats.org/officeDocument/2006/relationships/slideLayout" Target="../slideLayouts/slideLayout48.xml"/><Relationship Id="rId20" Type="http://schemas.openxmlformats.org/officeDocument/2006/relationships/oleObject" Target="../embeddings/oleObject7.bin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43.xml"/><Relationship Id="rId5" Type="http://schemas.openxmlformats.org/officeDocument/2006/relationships/slideLayout" Target="../slideLayouts/slideLayout37.xml"/><Relationship Id="rId15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42.xml"/><Relationship Id="rId19" Type="http://schemas.openxmlformats.org/officeDocument/2006/relationships/tags" Target="../tags/tag8.xml"/><Relationship Id="rId4" Type="http://schemas.openxmlformats.org/officeDocument/2006/relationships/slideLayout" Target="../slideLayouts/slideLayout36.xml"/><Relationship Id="rId9" Type="http://schemas.openxmlformats.org/officeDocument/2006/relationships/slideLayout" Target="../slideLayouts/slideLayout41.xml"/><Relationship Id="rId14" Type="http://schemas.openxmlformats.org/officeDocument/2006/relationships/slideLayout" Target="../slideLayouts/slideLayout4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1 Objeto" hidden="1"/>
          <p:cNvGraphicFramePr>
            <a:graphicFrameLocks noChangeAspect="1"/>
          </p:cNvGraphicFramePr>
          <p:nvPr>
            <p:custDataLst>
              <p:tags r:id="rId19"/>
            </p:custDataLst>
            <p:extLst>
              <p:ext uri="{D42A27DB-BD31-4B8C-83A1-F6EECF244321}">
                <p14:modId xmlns:p14="http://schemas.microsoft.com/office/powerpoint/2010/main" val="1866894217"/>
              </p:ext>
            </p:extLst>
          </p:nvPr>
        </p:nvGraphicFramePr>
        <p:xfrm>
          <a:off x="1593" y="1716"/>
          <a:ext cx="1587" cy="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6" name="Diapositiva de think-cell" r:id="rId20" imgW="270" imgH="270" progId="TCLayout.ActiveDocument.1">
                  <p:embed/>
                </p:oleObj>
              </mc:Choice>
              <mc:Fallback>
                <p:oleObj name="Diapositiva de think-cell" r:id="rId20" imgW="270" imgH="270" progId="TCLayout.ActiveDocument.1">
                  <p:embed/>
                  <p:pic>
                    <p:nvPicPr>
                      <p:cNvPr id="0" name="1 Objeto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3" y="1716"/>
                        <a:ext cx="1587" cy="3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8" name="Rectangle 11"/>
          <p:cNvSpPr>
            <a:spLocks noChangeArrowheads="1"/>
          </p:cNvSpPr>
          <p:nvPr/>
        </p:nvSpPr>
        <p:spPr bwMode="auto">
          <a:xfrm>
            <a:off x="2970220" y="9323535"/>
            <a:ext cx="458787" cy="68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 algn="r">
              <a:defRPr/>
            </a:pPr>
            <a:fld id="{8DD7F311-CD60-4403-B9BA-B5FC7E3A69CA}" type="slidenum">
              <a:rPr lang="es-ES" altLang="es-MX" sz="1400" b="1" smtClean="0">
                <a:solidFill>
                  <a:srgbClr val="FFFFFF"/>
                </a:solidFill>
              </a:rPr>
              <a:pPr algn="r">
                <a:defRPr/>
              </a:pPr>
              <a:t>‹Nº›</a:t>
            </a:fld>
            <a:endParaRPr lang="es-ES" altLang="es-MX" sz="1400" b="1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  <p:sldLayoutId id="2147483816" r:id="rId12"/>
    <p:sldLayoutId id="2147483817" r:id="rId13"/>
    <p:sldLayoutId id="2147483818" r:id="rId14"/>
    <p:sldLayoutId id="2147483819" r:id="rId15"/>
    <p:sldLayoutId id="2147483820" r:id="rId16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MS PGothic"/>
          <a:cs typeface="MS PGothic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MS PGothic"/>
          <a:cs typeface="MS PGothic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MS PGothic"/>
          <a:cs typeface="MS PGothic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MS PGothic"/>
          <a:cs typeface="MS PGothic"/>
        </a:defRPr>
      </a:lvl5pPr>
      <a:lvl6pPr marL="457223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MS PGothic"/>
          <a:cs typeface="MS PGothic"/>
        </a:defRPr>
      </a:lvl6pPr>
      <a:lvl7pPr marL="914446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MS PGothic"/>
          <a:cs typeface="MS PGothic"/>
        </a:defRPr>
      </a:lvl7pPr>
      <a:lvl8pPr marL="1371668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MS PGothic"/>
          <a:cs typeface="MS PGothic"/>
        </a:defRPr>
      </a:lvl8pPr>
      <a:lvl9pPr marL="1828891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MS PGothic"/>
          <a:cs typeface="MS PGothic"/>
        </a:defRPr>
      </a:lvl9pPr>
    </p:titleStyle>
    <p:bodyStyle>
      <a:lvl1pPr marL="342917" indent="-342917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88" indent="-285765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57" indent="-228611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80" indent="-228611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504" indent="-228611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726" indent="-228611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949" indent="-228611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172" indent="-228611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395" indent="-228611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8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1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5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8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1 Objeto" hidden="1"/>
          <p:cNvGraphicFramePr>
            <a:graphicFrameLocks noChangeAspect="1"/>
          </p:cNvGraphicFramePr>
          <p:nvPr>
            <p:custDataLst>
              <p:tags r:id="rId19"/>
            </p:custDataLst>
            <p:extLst>
              <p:ext uri="{D42A27DB-BD31-4B8C-83A1-F6EECF244321}">
                <p14:modId xmlns:p14="http://schemas.microsoft.com/office/powerpoint/2010/main" val="1951036230"/>
              </p:ext>
            </p:extLst>
          </p:nvPr>
        </p:nvGraphicFramePr>
        <p:xfrm>
          <a:off x="1595" y="1717"/>
          <a:ext cx="1587" cy="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63" name="Diapositiva de think-cell" r:id="rId20" imgW="270" imgH="270" progId="TCLayout.ActiveDocument.1">
                  <p:embed/>
                </p:oleObj>
              </mc:Choice>
              <mc:Fallback>
                <p:oleObj name="Diapositiva de think-cell" r:id="rId20" imgW="270" imgH="27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5" y="1717"/>
                        <a:ext cx="1587" cy="3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8" name="Rectangle 11"/>
          <p:cNvSpPr>
            <a:spLocks noChangeArrowheads="1"/>
          </p:cNvSpPr>
          <p:nvPr/>
        </p:nvSpPr>
        <p:spPr bwMode="auto">
          <a:xfrm>
            <a:off x="2970220" y="9323535"/>
            <a:ext cx="458787" cy="68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 algn="r">
              <a:defRPr/>
            </a:pPr>
            <a:fld id="{8DD7F311-CD60-4403-B9BA-B5FC7E3A69CA}" type="slidenum">
              <a:rPr lang="es-ES" altLang="es-MX" sz="1400" b="1" smtClean="0">
                <a:solidFill>
                  <a:srgbClr val="FFFFFF"/>
                </a:solidFill>
              </a:rPr>
              <a:pPr algn="r">
                <a:defRPr/>
              </a:pPr>
              <a:t>‹Nº›</a:t>
            </a:fld>
            <a:endParaRPr lang="es-ES" altLang="es-MX" sz="1400" b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2770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2" r:id="rId1"/>
    <p:sldLayoutId id="2147483823" r:id="rId2"/>
    <p:sldLayoutId id="2147483824" r:id="rId3"/>
    <p:sldLayoutId id="2147483825" r:id="rId4"/>
    <p:sldLayoutId id="2147483826" r:id="rId5"/>
    <p:sldLayoutId id="2147483827" r:id="rId6"/>
    <p:sldLayoutId id="2147483828" r:id="rId7"/>
    <p:sldLayoutId id="2147483829" r:id="rId8"/>
    <p:sldLayoutId id="2147483830" r:id="rId9"/>
    <p:sldLayoutId id="2147483831" r:id="rId10"/>
    <p:sldLayoutId id="2147483832" r:id="rId11"/>
    <p:sldLayoutId id="2147483833" r:id="rId12"/>
    <p:sldLayoutId id="2147483834" r:id="rId13"/>
    <p:sldLayoutId id="2147483835" r:id="rId14"/>
    <p:sldLayoutId id="2147483836" r:id="rId15"/>
    <p:sldLayoutId id="2147483837" r:id="rId16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MS PGothic"/>
          <a:cs typeface="MS PGothic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MS PGothic"/>
          <a:cs typeface="MS PGothic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MS PGothic"/>
          <a:cs typeface="MS PGothic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MS PGothic"/>
          <a:cs typeface="MS PGothic"/>
        </a:defRPr>
      </a:lvl5pPr>
      <a:lvl6pPr marL="457223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MS PGothic"/>
          <a:cs typeface="MS PGothic"/>
        </a:defRPr>
      </a:lvl6pPr>
      <a:lvl7pPr marL="914446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MS PGothic"/>
          <a:cs typeface="MS PGothic"/>
        </a:defRPr>
      </a:lvl7pPr>
      <a:lvl8pPr marL="1371668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MS PGothic"/>
          <a:cs typeface="MS PGothic"/>
        </a:defRPr>
      </a:lvl8pPr>
      <a:lvl9pPr marL="1828891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MS PGothic"/>
          <a:cs typeface="MS PGothic"/>
        </a:defRPr>
      </a:lvl9pPr>
    </p:titleStyle>
    <p:bodyStyle>
      <a:lvl1pPr marL="342917" indent="-342917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88" indent="-285765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57" indent="-228611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80" indent="-228611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504" indent="-228611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726" indent="-228611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949" indent="-228611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172" indent="-228611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395" indent="-228611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8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1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5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8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1 Objeto" hidden="1"/>
          <p:cNvGraphicFramePr>
            <a:graphicFrameLocks noChangeAspect="1"/>
          </p:cNvGraphicFramePr>
          <p:nvPr>
            <p:custDataLst>
              <p:tags r:id="rId19"/>
            </p:custDataLst>
            <p:extLst>
              <p:ext uri="{D42A27DB-BD31-4B8C-83A1-F6EECF244321}">
                <p14:modId xmlns:p14="http://schemas.microsoft.com/office/powerpoint/2010/main" val="2944272321"/>
              </p:ext>
            </p:extLst>
          </p:nvPr>
        </p:nvGraphicFramePr>
        <p:xfrm>
          <a:off x="1595" y="1717"/>
          <a:ext cx="1587" cy="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160" name="Diapositiva de think-cell" r:id="rId20" imgW="270" imgH="270" progId="TCLayout.ActiveDocument.1">
                  <p:embed/>
                </p:oleObj>
              </mc:Choice>
              <mc:Fallback>
                <p:oleObj name="Diapositiva de think-cell" r:id="rId20" imgW="270" imgH="27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5" y="1717"/>
                        <a:ext cx="1587" cy="3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8" name="Rectangle 11"/>
          <p:cNvSpPr>
            <a:spLocks noChangeArrowheads="1"/>
          </p:cNvSpPr>
          <p:nvPr/>
        </p:nvSpPr>
        <p:spPr bwMode="auto">
          <a:xfrm>
            <a:off x="2970220" y="9323535"/>
            <a:ext cx="458787" cy="68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 algn="r">
              <a:defRPr/>
            </a:pPr>
            <a:fld id="{8DD7F311-CD60-4403-B9BA-B5FC7E3A69CA}" type="slidenum">
              <a:rPr lang="es-ES" altLang="es-MX" sz="1400" b="1" smtClean="0">
                <a:solidFill>
                  <a:srgbClr val="FFFFFF"/>
                </a:solidFill>
              </a:rPr>
              <a:pPr algn="r">
                <a:defRPr/>
              </a:pPr>
              <a:t>‹Nº›</a:t>
            </a:fld>
            <a:endParaRPr lang="es-ES" altLang="es-MX" sz="1400" b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7450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9" r:id="rId1"/>
    <p:sldLayoutId id="2147483840" r:id="rId2"/>
    <p:sldLayoutId id="2147483841" r:id="rId3"/>
    <p:sldLayoutId id="2147483842" r:id="rId4"/>
    <p:sldLayoutId id="2147483843" r:id="rId5"/>
    <p:sldLayoutId id="2147483844" r:id="rId6"/>
    <p:sldLayoutId id="2147483845" r:id="rId7"/>
    <p:sldLayoutId id="2147483846" r:id="rId8"/>
    <p:sldLayoutId id="2147483847" r:id="rId9"/>
    <p:sldLayoutId id="2147483848" r:id="rId10"/>
    <p:sldLayoutId id="2147483849" r:id="rId11"/>
    <p:sldLayoutId id="2147483850" r:id="rId12"/>
    <p:sldLayoutId id="2147483851" r:id="rId13"/>
    <p:sldLayoutId id="2147483852" r:id="rId14"/>
    <p:sldLayoutId id="2147483853" r:id="rId15"/>
    <p:sldLayoutId id="2147483854" r:id="rId16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MS PGothic"/>
          <a:cs typeface="MS PGothic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MS PGothic"/>
          <a:cs typeface="MS PGothic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MS PGothic"/>
          <a:cs typeface="MS PGothic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MS PGothic"/>
          <a:cs typeface="MS PGothic"/>
        </a:defRPr>
      </a:lvl5pPr>
      <a:lvl6pPr marL="457223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MS PGothic"/>
          <a:cs typeface="MS PGothic"/>
        </a:defRPr>
      </a:lvl6pPr>
      <a:lvl7pPr marL="914446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MS PGothic"/>
          <a:cs typeface="MS PGothic"/>
        </a:defRPr>
      </a:lvl7pPr>
      <a:lvl8pPr marL="1371668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MS PGothic"/>
          <a:cs typeface="MS PGothic"/>
        </a:defRPr>
      </a:lvl8pPr>
      <a:lvl9pPr marL="1828891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MS PGothic"/>
          <a:cs typeface="MS PGothic"/>
        </a:defRPr>
      </a:lvl9pPr>
    </p:titleStyle>
    <p:bodyStyle>
      <a:lvl1pPr marL="342917" indent="-342917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88" indent="-285765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57" indent="-228611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80" indent="-228611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504" indent="-228611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726" indent="-228611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949" indent="-228611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172" indent="-228611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395" indent="-228611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8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1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5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8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4.png"/><Relationship Id="rId2" Type="http://schemas.openxmlformats.org/officeDocument/2006/relationships/tags" Target="../tags/tag11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3.png"/><Relationship Id="rId11" Type="http://schemas.openxmlformats.org/officeDocument/2006/relationships/image" Target="../media/image8.png"/><Relationship Id="rId5" Type="http://schemas.openxmlformats.org/officeDocument/2006/relationships/image" Target="../media/image2.emf"/><Relationship Id="rId10" Type="http://schemas.openxmlformats.org/officeDocument/2006/relationships/image" Target="../media/image7.png"/><Relationship Id="rId4" Type="http://schemas.openxmlformats.org/officeDocument/2006/relationships/oleObject" Target="../embeddings/oleObject10.bin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9.png"/><Relationship Id="rId2" Type="http://schemas.openxmlformats.org/officeDocument/2006/relationships/tags" Target="../tags/tag1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3.png"/><Relationship Id="rId5" Type="http://schemas.openxmlformats.org/officeDocument/2006/relationships/image" Target="../media/image2.emf"/><Relationship Id="rId4" Type="http://schemas.openxmlformats.org/officeDocument/2006/relationships/oleObject" Target="../embeddings/oleObject11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11.emf"/><Relationship Id="rId2" Type="http://schemas.openxmlformats.org/officeDocument/2006/relationships/tags" Target="../tags/tag13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3.png"/><Relationship Id="rId5" Type="http://schemas.openxmlformats.org/officeDocument/2006/relationships/image" Target="../media/image2.emf"/><Relationship Id="rId4" Type="http://schemas.openxmlformats.org/officeDocument/2006/relationships/oleObject" Target="../embeddings/oleObject12.bin"/><Relationship Id="rId9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848850134"/>
              </p:ext>
            </p:extLst>
          </p:nvPr>
        </p:nvGraphicFramePr>
        <p:xfrm>
          <a:off x="1588" y="361950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673" name="Diapositiva de think-cell" r:id="rId4" imgW="421" imgH="423" progId="TCLayout.ActiveDocument.1">
                  <p:embed/>
                </p:oleObj>
              </mc:Choice>
              <mc:Fallback>
                <p:oleObj name="Diapositiva de think-cell" r:id="rId4" imgW="421" imgH="42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361950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Imagen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4013" y="165323"/>
            <a:ext cx="6515100" cy="1266825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4869" y="1386941"/>
            <a:ext cx="5779509" cy="634039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1891" y="1894320"/>
            <a:ext cx="6145301" cy="1268078"/>
          </a:xfrm>
          <a:prstGeom prst="rect">
            <a:avLst/>
          </a:prstGeom>
        </p:spPr>
      </p:pic>
      <p:pic>
        <p:nvPicPr>
          <p:cNvPr id="20" name="Imagen 1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6098" y="6343824"/>
            <a:ext cx="6078239" cy="804742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8231" y="7088879"/>
            <a:ext cx="6215340" cy="2593388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3828" y="3067050"/>
            <a:ext cx="6160509" cy="3229149"/>
          </a:xfrm>
          <a:prstGeom prst="rect">
            <a:avLst/>
          </a:prstGeom>
        </p:spPr>
      </p:pic>
      <p:sp>
        <p:nvSpPr>
          <p:cNvPr id="28" name="Rectángulo 27"/>
          <p:cNvSpPr/>
          <p:nvPr/>
        </p:nvSpPr>
        <p:spPr>
          <a:xfrm>
            <a:off x="171450" y="145144"/>
            <a:ext cx="6561176" cy="95449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670515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461574395"/>
              </p:ext>
            </p:extLst>
          </p:nvPr>
        </p:nvGraphicFramePr>
        <p:xfrm>
          <a:off x="1588" y="361950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695" name="Diapositiva de think-cell" r:id="rId4" imgW="421" imgH="423" progId="TCLayout.ActiveDocument.1">
                  <p:embed/>
                </p:oleObj>
              </mc:Choice>
              <mc:Fallback>
                <p:oleObj name="Diapositiva de think-cell" r:id="rId4" imgW="421" imgH="42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361950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Rectángulo 27"/>
          <p:cNvSpPr/>
          <p:nvPr/>
        </p:nvSpPr>
        <p:spPr>
          <a:xfrm>
            <a:off x="171450" y="145144"/>
            <a:ext cx="6561176" cy="95449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4013" y="165323"/>
            <a:ext cx="6515100" cy="1266825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0946" y="1452327"/>
            <a:ext cx="6237137" cy="2598078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0946" y="4383375"/>
            <a:ext cx="6334062" cy="4232305"/>
          </a:xfrm>
          <a:prstGeom prst="rect">
            <a:avLst/>
          </a:prstGeom>
        </p:spPr>
      </p:pic>
      <p:sp>
        <p:nvSpPr>
          <p:cNvPr id="5" name="Rectángulo 4"/>
          <p:cNvSpPr/>
          <p:nvPr/>
        </p:nvSpPr>
        <p:spPr>
          <a:xfrm>
            <a:off x="1255690" y="5653825"/>
            <a:ext cx="4417454" cy="1609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91692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361950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716" name="Diapositiva de think-cell" r:id="rId4" imgW="421" imgH="423" progId="TCLayout.ActiveDocument.1">
                  <p:embed/>
                </p:oleObj>
              </mc:Choice>
              <mc:Fallback>
                <p:oleObj name="Diapositiva de think-cell" r:id="rId4" imgW="421" imgH="42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361950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Rectángulo 27"/>
          <p:cNvSpPr/>
          <p:nvPr/>
        </p:nvSpPr>
        <p:spPr>
          <a:xfrm>
            <a:off x="171450" y="145144"/>
            <a:ext cx="6561176" cy="95449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4013" y="165323"/>
            <a:ext cx="6515100" cy="126682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028D2FB6-E499-4372-9B4E-6CF4A822E9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950" y="1793991"/>
            <a:ext cx="6122930" cy="934695"/>
          </a:xfrm>
          <a:prstGeom prst="rect">
            <a:avLst/>
          </a:prstGeom>
        </p:spPr>
      </p:pic>
      <p:sp>
        <p:nvSpPr>
          <p:cNvPr id="5" name="Rectángulo 4"/>
          <p:cNvSpPr/>
          <p:nvPr/>
        </p:nvSpPr>
        <p:spPr>
          <a:xfrm>
            <a:off x="361950" y="2249715"/>
            <a:ext cx="6122930" cy="1886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961B7AF-BB25-445C-B382-0534DA4C1F5B}"/>
              </a:ext>
            </a:extLst>
          </p:cNvPr>
          <p:cNvSpPr txBox="1"/>
          <p:nvPr/>
        </p:nvSpPr>
        <p:spPr>
          <a:xfrm>
            <a:off x="452673" y="2535796"/>
            <a:ext cx="5998729" cy="400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ES" sz="1050" dirty="0">
              <a:solidFill>
                <a:schemeClr val="tx1">
                  <a:lumMod val="75000"/>
                  <a:lumOff val="25000"/>
                </a:schemeClr>
              </a:solidFill>
              <a:latin typeface="Santander Text" panose="020B0504020201020104" pitchFamily="34" charset="0"/>
              <a:cs typeface="Calibri" panose="020F0502020204030204" pitchFamily="34" charset="0"/>
            </a:endParaRPr>
          </a:p>
          <a:p>
            <a:endParaRPr lang="es-ES" sz="1400" b="1" dirty="0">
              <a:solidFill>
                <a:srgbClr val="FF0000"/>
              </a:solidFill>
              <a:latin typeface="Santander Text" panose="020B0504020201020104" pitchFamily="34" charset="0"/>
              <a:cs typeface="Calibri" panose="020F0502020204030204" pitchFamily="34" charset="0"/>
            </a:endParaRPr>
          </a:p>
          <a:p>
            <a:r>
              <a:rPr lang="es-ES" sz="1400" b="1" dirty="0">
                <a:solidFill>
                  <a:srgbClr val="FF0000"/>
                </a:solidFill>
                <a:latin typeface="Santander Text" panose="020B0504020201020104" pitchFamily="34" charset="0"/>
                <a:cs typeface="Calibri" panose="020F0502020204030204" pitchFamily="34" charset="0"/>
              </a:rPr>
              <a:t>Cobertura Básica</a:t>
            </a:r>
          </a:p>
          <a:p>
            <a:pPr algn="just"/>
            <a:r>
              <a:rPr lang="es-E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Santander Text" panose="020B0504020201020104" pitchFamily="34" charset="0"/>
                <a:cs typeface="Calibri" panose="020F0502020204030204" pitchFamily="34" charset="0"/>
              </a:rPr>
              <a:t>La Suma Asegurada de la cobertura de Desempleo Involuntario e ITT, se reestablecerán una vez transcurrida una antigüedad laboral equivalente al Período Activo Mínimo de seis (6) meses</a:t>
            </a:r>
          </a:p>
          <a:p>
            <a:pPr algn="just"/>
            <a:endParaRPr lang="es-ES" sz="1050" dirty="0">
              <a:solidFill>
                <a:schemeClr val="tx1">
                  <a:lumMod val="75000"/>
                  <a:lumOff val="25000"/>
                </a:schemeClr>
              </a:solidFill>
              <a:latin typeface="Santander Text" panose="020B0504020201020104" pitchFamily="34" charset="0"/>
              <a:cs typeface="Calibri" panose="020F0502020204030204" pitchFamily="34" charset="0"/>
            </a:endParaRPr>
          </a:p>
          <a:p>
            <a:pPr algn="just"/>
            <a:endParaRPr lang="es-ES" sz="1050" dirty="0">
              <a:solidFill>
                <a:schemeClr val="tx1">
                  <a:lumMod val="75000"/>
                  <a:lumOff val="25000"/>
                </a:schemeClr>
              </a:solidFill>
              <a:latin typeface="Santander Text" panose="020B0504020201020104" pitchFamily="34" charset="0"/>
              <a:cs typeface="Calibri" panose="020F0502020204030204" pitchFamily="34" charset="0"/>
            </a:endParaRPr>
          </a:p>
          <a:p>
            <a:pPr algn="just"/>
            <a:endParaRPr lang="es-ES" sz="1050" dirty="0">
              <a:solidFill>
                <a:schemeClr val="tx1">
                  <a:lumMod val="75000"/>
                  <a:lumOff val="25000"/>
                </a:schemeClr>
              </a:solidFill>
              <a:latin typeface="Santander Text" panose="020B0504020201020104" pitchFamily="34" charset="0"/>
              <a:cs typeface="Calibri" panose="020F0502020204030204" pitchFamily="34" charset="0"/>
            </a:endParaRPr>
          </a:p>
          <a:p>
            <a:pPr algn="just"/>
            <a:endParaRPr lang="es-ES" sz="1050" dirty="0">
              <a:solidFill>
                <a:schemeClr val="tx1">
                  <a:lumMod val="75000"/>
                  <a:lumOff val="25000"/>
                </a:schemeClr>
              </a:solidFill>
              <a:latin typeface="Santander Text" panose="020B0504020201020104" pitchFamily="34" charset="0"/>
              <a:cs typeface="Calibri" panose="020F0502020204030204" pitchFamily="34" charset="0"/>
            </a:endParaRPr>
          </a:p>
          <a:p>
            <a:pPr algn="just"/>
            <a:endParaRPr lang="es-ES" sz="1050" dirty="0">
              <a:solidFill>
                <a:schemeClr val="tx1">
                  <a:lumMod val="75000"/>
                  <a:lumOff val="25000"/>
                </a:schemeClr>
              </a:solidFill>
              <a:latin typeface="Santander Text" panose="020B0504020201020104" pitchFamily="34" charset="0"/>
              <a:cs typeface="Calibri" panose="020F0502020204030204" pitchFamily="34" charset="0"/>
            </a:endParaRPr>
          </a:p>
          <a:p>
            <a:pPr algn="just"/>
            <a:endParaRPr lang="es-ES" sz="1050" dirty="0">
              <a:solidFill>
                <a:schemeClr val="tx1">
                  <a:lumMod val="75000"/>
                  <a:lumOff val="25000"/>
                </a:schemeClr>
              </a:solidFill>
              <a:latin typeface="Santander Text" panose="020B0504020201020104" pitchFamily="34" charset="0"/>
              <a:cs typeface="Calibri" panose="020F0502020204030204" pitchFamily="34" charset="0"/>
            </a:endParaRPr>
          </a:p>
          <a:p>
            <a:pPr algn="just"/>
            <a:endParaRPr lang="es-ES" sz="1050" dirty="0">
              <a:solidFill>
                <a:schemeClr val="tx1">
                  <a:lumMod val="75000"/>
                  <a:lumOff val="25000"/>
                </a:schemeClr>
              </a:solidFill>
              <a:latin typeface="Santander Text" panose="020B0504020201020104" pitchFamily="34" charset="0"/>
              <a:cs typeface="Calibri" panose="020F0502020204030204" pitchFamily="34" charset="0"/>
            </a:endParaRPr>
          </a:p>
          <a:p>
            <a:pPr algn="just"/>
            <a:endParaRPr lang="es-ES" sz="1050" dirty="0">
              <a:solidFill>
                <a:schemeClr val="tx1">
                  <a:lumMod val="75000"/>
                  <a:lumOff val="25000"/>
                </a:schemeClr>
              </a:solidFill>
              <a:latin typeface="Santander Text" panose="020B0504020201020104" pitchFamily="34" charset="0"/>
              <a:cs typeface="Calibri" panose="020F0502020204030204" pitchFamily="34" charset="0"/>
            </a:endParaRPr>
          </a:p>
          <a:p>
            <a:pPr algn="just"/>
            <a:endParaRPr lang="es-ES" sz="1050" dirty="0">
              <a:solidFill>
                <a:schemeClr val="tx1">
                  <a:lumMod val="75000"/>
                  <a:lumOff val="25000"/>
                </a:schemeClr>
              </a:solidFill>
              <a:latin typeface="Santander Text" panose="020B0504020201020104" pitchFamily="34" charset="0"/>
              <a:cs typeface="Calibri" panose="020F0502020204030204" pitchFamily="34" charset="0"/>
            </a:endParaRPr>
          </a:p>
          <a:p>
            <a:pPr algn="just"/>
            <a:endParaRPr lang="es-ES" sz="1050" dirty="0">
              <a:solidFill>
                <a:schemeClr val="tx1">
                  <a:lumMod val="75000"/>
                  <a:lumOff val="25000"/>
                </a:schemeClr>
              </a:solidFill>
              <a:latin typeface="Santander Text" panose="020B0504020201020104" pitchFamily="34" charset="0"/>
              <a:cs typeface="Calibri" panose="020F0502020204030204" pitchFamily="34" charset="0"/>
            </a:endParaRPr>
          </a:p>
          <a:p>
            <a:pPr algn="just"/>
            <a:endParaRPr lang="es-ES" sz="1050" dirty="0">
              <a:solidFill>
                <a:schemeClr val="tx1">
                  <a:lumMod val="75000"/>
                  <a:lumOff val="25000"/>
                </a:schemeClr>
              </a:solidFill>
              <a:latin typeface="Santander Text" panose="020B0504020201020104" pitchFamily="34" charset="0"/>
              <a:cs typeface="Calibri" panose="020F0502020204030204" pitchFamily="34" charset="0"/>
            </a:endParaRPr>
          </a:p>
          <a:p>
            <a:pPr algn="just"/>
            <a:endParaRPr lang="es-ES" sz="1050" dirty="0">
              <a:solidFill>
                <a:schemeClr val="tx1">
                  <a:lumMod val="75000"/>
                  <a:lumOff val="25000"/>
                </a:schemeClr>
              </a:solidFill>
              <a:latin typeface="Santander Text" panose="020B0504020201020104" pitchFamily="34" charset="0"/>
              <a:cs typeface="Calibri" panose="020F0502020204030204" pitchFamily="34" charset="0"/>
            </a:endParaRPr>
          </a:p>
          <a:p>
            <a:pPr algn="just"/>
            <a:endParaRPr lang="es-ES" sz="1050" dirty="0">
              <a:solidFill>
                <a:schemeClr val="tx1">
                  <a:lumMod val="75000"/>
                  <a:lumOff val="25000"/>
                </a:schemeClr>
              </a:solidFill>
              <a:latin typeface="Santander Text" panose="020B0504020201020104" pitchFamily="34" charset="0"/>
              <a:cs typeface="Calibri" panose="020F0502020204030204" pitchFamily="34" charset="0"/>
            </a:endParaRPr>
          </a:p>
          <a:p>
            <a:pPr algn="just"/>
            <a:endParaRPr lang="es-ES" sz="1050" dirty="0">
              <a:solidFill>
                <a:schemeClr val="tx1">
                  <a:lumMod val="75000"/>
                  <a:lumOff val="25000"/>
                </a:schemeClr>
              </a:solidFill>
              <a:latin typeface="Santander Text" panose="020B0504020201020104" pitchFamily="34" charset="0"/>
              <a:cs typeface="Calibri" panose="020F0502020204030204" pitchFamily="34" charset="0"/>
            </a:endParaRPr>
          </a:p>
          <a:p>
            <a:pPr algn="just"/>
            <a:r>
              <a:rPr lang="es-ES" sz="1600" b="1" dirty="0">
                <a:solidFill>
                  <a:srgbClr val="FF0000"/>
                </a:solidFill>
                <a:latin typeface="Santander Text" panose="020B0504020201020104" pitchFamily="34" charset="0"/>
                <a:cs typeface="Calibri" panose="020F0502020204030204" pitchFamily="34" charset="0"/>
              </a:rPr>
              <a:t>Cobertura complementaria</a:t>
            </a:r>
          </a:p>
          <a:p>
            <a:pPr algn="just"/>
            <a:r>
              <a:rPr lang="es-E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Santander Text" panose="020B0504020201020104" pitchFamily="34" charset="0"/>
                <a:cs typeface="Calibri" panose="020F0502020204030204" pitchFamily="34" charset="0"/>
              </a:rPr>
              <a:t>La cobertura de Desempleo Involuntario e ITT se reestablecerán una vez transcurrida una antigüedad laboral equivalente al Período Activo Mínimo de doce (12) meses.</a:t>
            </a:r>
          </a:p>
          <a:p>
            <a:pPr algn="just"/>
            <a:r>
              <a:rPr lang="es-E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Santander Text" panose="020B0504020201020104" pitchFamily="34" charset="0"/>
                <a:cs typeface="Calibri" panose="020F0502020204030204" pitchFamily="34" charset="0"/>
              </a:rPr>
              <a:t>Estamos considerando el restablecimiento de la cobertura de las 9 mensualidades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2B448159-8474-4EA7-989A-7DA7614C869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3178" y="3631362"/>
            <a:ext cx="6453634" cy="1606195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BF6CF038-174A-4301-A4C2-5ED59D5F8208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2500" t="3798" b="2908"/>
          <a:stretch/>
        </p:blipFill>
        <p:spPr>
          <a:xfrm>
            <a:off x="253178" y="6829698"/>
            <a:ext cx="6413107" cy="1807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71612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3045&quot;&gt;&lt;version val=&quot;25121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/%m/%Y&lt;/m_strFormatTime&gt;&lt;m_yearfmt&gt;&lt;begin val=&quot;0&quot;/&gt;&lt;end val=&quot;0&quot;/&gt;&lt;/m_yearfmt&gt;&lt;/m_precDefaultDate&gt;&lt;m_precDefaultYear&gt;&lt;m_yearfmt&gt;&lt;begin val=&quot;0&quot;/&gt;&lt;end val=&quot;4&quot;/&gt;&lt;/m_yearfmt&gt;&lt;/m_precDefaultYear&gt;&lt;m_precDefaultQuarter&gt;&lt;m_yearfmt&gt;&lt;begin val=&quot;0&quot;/&gt;&lt;end val=&quot;4&quot;/&gt;&lt;/m_yearfmt&gt;&lt;/m_precDefaultQuarter&gt;&lt;m_precDefaultMonth&gt;&lt;m_yearfmt&gt;&lt;begin val=&quot;0&quot;/&gt;&lt;end val=&quot;4&quot;/&gt;&lt;/m_yearfmt&gt;&lt;/m_precDefaultMonth&gt;&lt;m_precDefaultWeek&gt;&lt;m_yearfmt&gt;&lt;begin val=&quot;0&quot;/&gt;&lt;end val=&quot;4&quot;/&gt;&lt;/m_yearfmt&gt;&lt;/m_precDefaultWeek&gt;&lt;m_precDefaultDay&gt;&lt;m_yearfmt&gt;&lt;begin val=&quot;0&quot;/&gt;&lt;end val=&quot;4&quot;/&gt;&lt;/m_yearfmt&gt;&lt;/m_precDefaultDay&gt;&lt;m_mruColor&gt;&lt;m_vecMRU length=&quot;3&quot;&gt;&lt;elem m_fUsage=&quot;1.00000000000000000000E+00&quot;&gt;&lt;m_msothmcolidx val=&quot;0&quot;/&gt;&lt;m_rgb r=&quot;20&quot; g=&quot;70&quot; b=&quot;C8&quot;/&gt;&lt;m_nBrightness val=&quot;0&quot;/&gt;&lt;/elem&gt;&lt;elem m_fUsage=&quot;9.00000000000000022204E-01&quot;&gt;&lt;m_msothmcolidx val=&quot;0&quot;/&gt;&lt;m_rgb r=&quot;FD&quot; g=&quot;C4&quot; b=&quot;C8&quot;/&gt;&lt;m_nBrightness val=&quot;0&quot;/&gt;&lt;/elem&gt;&lt;elem m_fUsage=&quot;8.10000000000000053291E-01&quot;&gt;&lt;m_msothmcolidx val=&quot;0&quot;/&gt;&lt;m_rgb r=&quot;FF&quot; g=&quot;00&quot; b=&quot;00&quot;/&gt;&lt;m_nBrightness val=&quot;0&quot;/&gt;&lt;/elem&gt;&lt;/m_vecMRU&gt;&lt;/m_mruColor&gt;&lt;m_eweekdayFirstOfWeek val=&quot;1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2_HIPOTECARIO COMITE BANCA COMERCIAL 070314v1">
  <a:themeElements>
    <a:clrScheme name="7_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7_Blank Presentation">
      <a:majorFont>
        <a:latin typeface="Arial"/>
        <a:ea typeface="MS PGothic"/>
        <a:cs typeface="MS PGothic"/>
      </a:majorFont>
      <a:minorFont>
        <a:latin typeface="Arial"/>
        <a:ea typeface="MS PGothic"/>
        <a:cs typeface="MS PGothic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7_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7_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7_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7_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7_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7_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7_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7_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7_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7_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7_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7_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3_HIPOTECARIO COMITE BANCA COMERCIAL 070314v1">
  <a:themeElements>
    <a:clrScheme name="7_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7_Blank Presentation">
      <a:majorFont>
        <a:latin typeface="Arial"/>
        <a:ea typeface="MS PGothic"/>
        <a:cs typeface="MS PGothic"/>
      </a:majorFont>
      <a:minorFont>
        <a:latin typeface="Arial"/>
        <a:ea typeface="MS PGothic"/>
        <a:cs typeface="MS PGothic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7_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7_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7_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7_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7_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7_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7_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7_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7_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7_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7_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7_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4_HIPOTECARIO COMITE BANCA COMERCIAL 070314v1">
  <a:themeElements>
    <a:clrScheme name="7_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7_Blank Presentation">
      <a:majorFont>
        <a:latin typeface="Arial"/>
        <a:ea typeface="MS PGothic"/>
        <a:cs typeface="MS PGothic"/>
      </a:majorFont>
      <a:minorFont>
        <a:latin typeface="Arial"/>
        <a:ea typeface="MS PGothic"/>
        <a:cs typeface="MS PGothic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7_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7_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7_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7_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7_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7_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7_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7_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7_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7_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7_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7_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36105</TotalTime>
  <Words>73</Words>
  <Application>Microsoft Office PowerPoint</Application>
  <PresentationFormat>Personalizado</PresentationFormat>
  <Paragraphs>21</Paragraphs>
  <Slides>3</Slides>
  <Notes>0</Notes>
  <HiddenSlides>0</HiddenSlides>
  <MMClips>0</MMClips>
  <ScaleCrop>false</ScaleCrop>
  <HeadingPairs>
    <vt:vector size="8" baseType="variant">
      <vt:variant>
        <vt:lpstr>Fuentes usadas</vt:lpstr>
      </vt:variant>
      <vt:variant>
        <vt:i4>2</vt:i4>
      </vt:variant>
      <vt:variant>
        <vt:lpstr>Tema</vt:lpstr>
      </vt:variant>
      <vt:variant>
        <vt:i4>3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9" baseType="lpstr">
      <vt:lpstr>Arial</vt:lpstr>
      <vt:lpstr>Santander Text</vt:lpstr>
      <vt:lpstr>12_HIPOTECARIO COMITE BANCA COMERCIAL 070314v1</vt:lpstr>
      <vt:lpstr>13_HIPOTECARIO COMITE BANCA COMERCIAL 070314v1</vt:lpstr>
      <vt:lpstr>14_HIPOTECARIO COMITE BANCA COMERCIAL 070314v1</vt:lpstr>
      <vt:lpstr>Diapositiva de think-cell</vt:lpstr>
      <vt:lpstr>Presentación de PowerPoint</vt:lpstr>
      <vt:lpstr>Presentación de PowerPoint</vt:lpstr>
      <vt:lpstr>Presentación de PowerPoint</vt:lpstr>
    </vt:vector>
  </TitlesOfParts>
  <Company>Santander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Plantilla Corporativa Euromoney 2012 Power Point  ESP</dc:title>
  <dc:creator>Santander</dc:creator>
  <cp:lastModifiedBy>Luz Palma</cp:lastModifiedBy>
  <cp:revision>594</cp:revision>
  <cp:lastPrinted>2017-05-24T16:56:21Z</cp:lastPrinted>
  <dcterms:created xsi:type="dcterms:W3CDTF">2004-10-29T10:10:45Z</dcterms:created>
  <dcterms:modified xsi:type="dcterms:W3CDTF">2020-12-02T17:08:12Z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c2abd79-57a9-4473-8700-c843f76a1e37_Enabled">
    <vt:lpwstr>True</vt:lpwstr>
  </property>
  <property fmtid="{D5CDD505-2E9C-101B-9397-08002B2CF9AE}" pid="3" name="MSIP_Label_0c2abd79-57a9-4473-8700-c843f76a1e37_SiteId">
    <vt:lpwstr>35595a02-4d6d-44ac-99e1-f9ab4cd872db</vt:lpwstr>
  </property>
  <property fmtid="{D5CDD505-2E9C-101B-9397-08002B2CF9AE}" pid="4" name="MSIP_Label_0c2abd79-57a9-4473-8700-c843f76a1e37_Owner">
    <vt:lpwstr>C101623@santander.com.mx</vt:lpwstr>
  </property>
  <property fmtid="{D5CDD505-2E9C-101B-9397-08002B2CF9AE}" pid="5" name="MSIP_Label_0c2abd79-57a9-4473-8700-c843f76a1e37_SetDate">
    <vt:lpwstr>2020-07-23T19:19:39.0659764Z</vt:lpwstr>
  </property>
  <property fmtid="{D5CDD505-2E9C-101B-9397-08002B2CF9AE}" pid="6" name="MSIP_Label_0c2abd79-57a9-4473-8700-c843f76a1e37_Name">
    <vt:lpwstr>Internal</vt:lpwstr>
  </property>
  <property fmtid="{D5CDD505-2E9C-101B-9397-08002B2CF9AE}" pid="7" name="MSIP_Label_0c2abd79-57a9-4473-8700-c843f76a1e37_Application">
    <vt:lpwstr>Microsoft Azure Information Protection</vt:lpwstr>
  </property>
  <property fmtid="{D5CDD505-2E9C-101B-9397-08002B2CF9AE}" pid="8" name="MSIP_Label_0c2abd79-57a9-4473-8700-c843f76a1e37_ActionId">
    <vt:lpwstr>4e353420-242a-450b-91da-ba83f75a64e1</vt:lpwstr>
  </property>
  <property fmtid="{D5CDD505-2E9C-101B-9397-08002B2CF9AE}" pid="9" name="MSIP_Label_0c2abd79-57a9-4473-8700-c843f76a1e37_Extended_MSFT_Method">
    <vt:lpwstr>Manual</vt:lpwstr>
  </property>
  <property fmtid="{D5CDD505-2E9C-101B-9397-08002B2CF9AE}" pid="10" name="Sensitivity">
    <vt:lpwstr>Internal</vt:lpwstr>
  </property>
</Properties>
</file>